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160000" cy="7620000" type="A4"/>
  <p:notesSz cx="7620000" cy="10160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160000" cy="76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2026-05-06T18:08:33Z</dcterms:created>
  <dcterms:modified xsi:type="dcterms:W3CDTF">2026-05-06T18:08:33Z</dcterms:modified>
</cp:coreProperties>
</file>